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A2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87851-CF68-3ECC-10E2-CD22ADA37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389D15-3B08-34D1-03E0-85F8C0E9A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6D83BF-CFAF-CF3E-D2FC-FC55BBC2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12867-F1EA-489A-9B5E-2BF1C8C36BD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A162E1-EC0B-B92E-6CE2-22C371A5E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49FEB0-7440-9364-116E-49C31D4AE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CF7C-9B2A-4EB1-A8FF-7C104C8F1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31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0AD8D0-C198-03FF-275F-2011EEA46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9FDBEC-9BBA-C82B-1446-E57EEC3A9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B9DE78-47EA-F9B4-2161-6D9781488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12867-F1EA-489A-9B5E-2BF1C8C36BD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896A93-27D7-5361-DB29-6CC38065E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56C44D-B317-E937-951C-A52D2503F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CF7C-9B2A-4EB1-A8FF-7C104C8F1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866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88CF45-15BB-C87B-F94B-FA53B4AFF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D59A3F-79DB-0D87-BEE9-1AF3650ED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6074BA-2CD0-FF0E-50B4-742DA5CF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12867-F1EA-489A-9B5E-2BF1C8C36BD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D49F75-BA8F-16DF-BC36-A58D5D6FE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416AF9-51D4-4E24-AAA6-C45A7712B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CF7C-9B2A-4EB1-A8FF-7C104C8F1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532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4849C6-9CF7-4B1E-306C-4ECC86881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A7474-823C-B3E1-65AD-4DBC6EAC61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D6A156-D438-309E-7851-3FA445C53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E3626E-FB12-34E0-7DBC-A3196DC7F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12867-F1EA-489A-9B5E-2BF1C8C36BD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D0A7D4-79A9-B3BC-49DF-759062D62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03158D-8A88-53AF-3C61-A7A5C7980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CF7C-9B2A-4EB1-A8FF-7C104C8F1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450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56F2CE-5545-79B1-D7DF-5245DA4C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E0B605-9C74-F819-321C-B22270BB2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46D360-4D50-6858-A4F9-F172273B8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E918A5F-146C-F33C-B0AE-7E648EF3B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A7B3CF-E00E-6934-A28B-014AAB57B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3FE2DF-53DB-D8D6-C2CD-D824A6DA8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12867-F1EA-489A-9B5E-2BF1C8C36BD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1036099-F597-0BEC-2E1E-EE4AA8BE3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E750CD-20EC-C508-E3C9-19A3EBDE8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CF7C-9B2A-4EB1-A8FF-7C104C8F1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0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B7C8D8-1D1C-3542-23EA-33CCEE4C8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2C0A2B-1436-3145-5B83-57D946D29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12867-F1EA-489A-9B5E-2BF1C8C36BD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4F5195-2B96-4A9C-CAFA-4709AA57B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F19619-4732-3958-27B4-B6CA1023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CF7C-9B2A-4EB1-A8FF-7C104C8F1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605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2ABC0A-6E82-BE72-9426-29D80315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12867-F1EA-489A-9B5E-2BF1C8C36BD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E3F671-2974-20A2-ABB7-1F3CAB15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3C4335-31D0-5685-C71E-EDD9D3204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CF7C-9B2A-4EB1-A8FF-7C104C8F1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00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62E74-BAD3-2682-44F8-2C569FBA1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BA3584-AA97-3334-824B-424878D64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A3A254-EED5-4D1C-F79A-885610E01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DC8C59-2AB1-EA03-5ECA-C34401E9D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12867-F1EA-489A-9B5E-2BF1C8C36BD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96BEAD-0BE9-06B0-C59D-84983664D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C49416-761A-64C6-B603-FA87B3F9A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CF7C-9B2A-4EB1-A8FF-7C104C8F1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449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DFBD28-4E5B-88F7-575C-A5C81D48A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371902-91CA-BD24-F0CC-0EA92729A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052BE5-EBDE-C2B2-B557-DB13CF8A3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74B363-155D-BA88-F9D7-C1A0AADBA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12867-F1EA-489A-9B5E-2BF1C8C36BD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B631DA-2D62-6853-7A82-F678C6E48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B6B767-D311-F27B-8378-617897FE0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CF7C-9B2A-4EB1-A8FF-7C104C8F1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00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F1E53-3462-A978-F7F1-17CA2C9FC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0FC54B-DA43-1287-6856-C25CB9D22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DB59BB-8B0F-7832-5B6E-730EA442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12867-F1EA-489A-9B5E-2BF1C8C36BD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1AF892-CD34-0AFB-906A-02B951175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34CA0B-3FE8-AF4B-56E4-F837EB10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CF7C-9B2A-4EB1-A8FF-7C104C8F1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479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F38C09C-6B7B-BE23-EE37-89541D6F13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3B2107-6DCB-5DFE-F64E-80D5F9A4F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0F0851-596D-4645-80EE-68420558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12867-F1EA-489A-9B5E-2BF1C8C36BD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984C67-2FB7-E8F4-1DCB-FC22D87D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E305AA-C679-2241-0C6D-EE0E0F4E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CF7C-9B2A-4EB1-A8FF-7C104C8F1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428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E8B40B9-7510-78E1-CA73-37A40CBA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79C204-FDD5-4BC8-FF86-A1B10D08D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DACD0B-0087-D806-DCD9-1131B9943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12867-F1EA-489A-9B5E-2BF1C8C36BD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B3ADAE-8CD8-B271-4906-E36166DFB9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5E05F7-4482-8E37-48F3-4015933F9B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ACF7C-9B2A-4EB1-A8FF-7C104C8F1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63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C17DEA-6B6C-D953-DF8B-BBEA80E86515}"/>
              </a:ext>
            </a:extLst>
          </p:cNvPr>
          <p:cNvSpPr txBox="1"/>
          <p:nvPr/>
        </p:nvSpPr>
        <p:spPr>
          <a:xfrm>
            <a:off x="1483360" y="589280"/>
            <a:ext cx="10261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Novecento sans wide Normal" panose="00000905000000000000" pitchFamily="2" charset="0"/>
              </a:rPr>
              <a:t>QWERTYUIOPLKJHGFDSAMNBVCXZ</a:t>
            </a:r>
          </a:p>
          <a:p>
            <a:r>
              <a:rPr lang="en-US" altLang="zh-CN" sz="3200" dirty="0" err="1">
                <a:latin typeface="Novecento sans wide Normal" panose="00000905000000000000" pitchFamily="2" charset="0"/>
              </a:rPr>
              <a:t>Qwertyuioplkjhgfdsamnbvcxz</a:t>
            </a:r>
            <a:endParaRPr lang="en-US" altLang="zh-CN" sz="3200" dirty="0">
              <a:latin typeface="Novecento sans wide Normal" panose="00000905000000000000" pitchFamily="2" charset="0"/>
            </a:endParaRPr>
          </a:p>
          <a:p>
            <a:r>
              <a:rPr lang="en-US" altLang="zh-CN" sz="3200" dirty="0">
                <a:latin typeface="Novecento sans wide Normal" panose="00000905000000000000" pitchFamily="2" charset="0"/>
              </a:rPr>
              <a:t>1234567890</a:t>
            </a:r>
          </a:p>
          <a:p>
            <a:endParaRPr lang="en-US" altLang="zh-CN" sz="3200" dirty="0">
              <a:latin typeface="Novecento sans wide Normal" panose="00000905000000000000" pitchFamily="2" charset="0"/>
            </a:endParaRPr>
          </a:p>
          <a:p>
            <a:endParaRPr lang="en-US" altLang="zh-CN" sz="3200" dirty="0">
              <a:latin typeface="Novecento sans wide Normal" panose="00000905000000000000" pitchFamily="2" charset="0"/>
            </a:endParaRPr>
          </a:p>
          <a:p>
            <a:r>
              <a:rPr lang="en-US" altLang="zh-CN" sz="3200" dirty="0">
                <a:latin typeface="Oswald" panose="02000603000000000000" pitchFamily="50" charset="0"/>
              </a:rPr>
              <a:t>QWERTYUIOPLKJHGFDSAMNBVCXZ</a:t>
            </a:r>
          </a:p>
          <a:p>
            <a:r>
              <a:rPr lang="en-US" altLang="zh-CN" sz="3200" dirty="0" err="1">
                <a:latin typeface="Oswald" panose="02000603000000000000" pitchFamily="50" charset="0"/>
              </a:rPr>
              <a:t>Qwertyuioplkjhgfdsamnbvcxz</a:t>
            </a:r>
            <a:endParaRPr lang="en-US" altLang="zh-CN" sz="3200" dirty="0">
              <a:latin typeface="Oswald" panose="02000603000000000000" pitchFamily="50" charset="0"/>
            </a:endParaRPr>
          </a:p>
          <a:p>
            <a:r>
              <a:rPr lang="en-US" altLang="zh-CN" sz="3200" dirty="0">
                <a:latin typeface="Oswald" panose="02000603000000000000" pitchFamily="50" charset="0"/>
              </a:rPr>
              <a:t>1234567890 mA  mV </a:t>
            </a:r>
            <a:r>
              <a:rPr lang="en-US" altLang="zh-CN" sz="3200" dirty="0" err="1">
                <a:latin typeface="Oswald" panose="02000603000000000000" pitchFamily="50" charset="0"/>
              </a:rPr>
              <a:t>mAh</a:t>
            </a:r>
            <a:r>
              <a:rPr lang="en-US" altLang="zh-CN" sz="3200" dirty="0">
                <a:latin typeface="Oswald" panose="02000603000000000000" pitchFamily="50" charset="0"/>
              </a:rPr>
              <a:t> </a:t>
            </a:r>
            <a:r>
              <a:rPr lang="en-US" altLang="zh-CN" sz="3200" dirty="0" err="1">
                <a:latin typeface="Oswald" panose="02000603000000000000" pitchFamily="50" charset="0"/>
              </a:rPr>
              <a:t>Wh</a:t>
            </a:r>
            <a:endParaRPr lang="zh-CN" altLang="en-US" sz="3200" dirty="0">
              <a:latin typeface="Oswald" panose="02000603000000000000" pitchFamily="50" charset="0"/>
            </a:endParaRPr>
          </a:p>
          <a:p>
            <a:endParaRPr lang="zh-CN" altLang="en-US" sz="3200" dirty="0">
              <a:latin typeface="Novecento sans wide Normal" panose="00000905000000000000" pitchFamily="2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8C3E7F5-B8FF-6CB6-797E-01C70782C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712" y="5534660"/>
            <a:ext cx="2924175" cy="990600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508BD2A7-FD95-20B5-79BE-43AF2ACE7140}"/>
              </a:ext>
            </a:extLst>
          </p:cNvPr>
          <p:cNvSpPr/>
          <p:nvPr/>
        </p:nvSpPr>
        <p:spPr>
          <a:xfrm>
            <a:off x="7177088" y="5264150"/>
            <a:ext cx="2616200" cy="12319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7880280-8CC5-00DF-CEDA-5681C56A7700}"/>
              </a:ext>
            </a:extLst>
          </p:cNvPr>
          <p:cNvSpPr/>
          <p:nvPr/>
        </p:nvSpPr>
        <p:spPr>
          <a:xfrm>
            <a:off x="7166846" y="5264150"/>
            <a:ext cx="2489200" cy="541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霞鹜新晰黑＋" panose="02000500000000000000" pitchFamily="2" charset="-122"/>
              </a:rPr>
              <a:t>采样电流 </a:t>
            </a: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Oswald" panose="02000603000000000000" pitchFamily="50" charset="0"/>
              </a:rPr>
              <a:t>SHUNT CURRENT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Oswald" panose="02000603000000000000" pitchFamily="50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8D9455-5FB3-8898-21D7-A07458459D6D}"/>
              </a:ext>
            </a:extLst>
          </p:cNvPr>
          <p:cNvSpPr/>
          <p:nvPr/>
        </p:nvSpPr>
        <p:spPr>
          <a:xfrm>
            <a:off x="8219275" y="5805170"/>
            <a:ext cx="914827" cy="541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Oswald" panose="02000603000000000000" pitchFamily="50" charset="0"/>
              </a:rPr>
              <a:t>mA</a:t>
            </a:r>
            <a:endParaRPr lang="zh-CN" altLang="en-US" sz="2000" dirty="0">
              <a:solidFill>
                <a:schemeClr val="accent6">
                  <a:lumMod val="75000"/>
                </a:schemeClr>
              </a:solidFill>
              <a:latin typeface="Oswald" panose="02000603000000000000" pitchFamily="50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16EE0D9-5BBA-9890-A8FE-6FBA62F04FC3}"/>
              </a:ext>
            </a:extLst>
          </p:cNvPr>
          <p:cNvSpPr txBox="1"/>
          <p:nvPr/>
        </p:nvSpPr>
        <p:spPr>
          <a:xfrm>
            <a:off x="7305916" y="5805170"/>
            <a:ext cx="1396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Oswald" panose="02000603000000000000" pitchFamily="50" charset="0"/>
              </a:rPr>
              <a:t>1225.3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75BB878-4626-186C-C683-5A1251C068CE}"/>
              </a:ext>
            </a:extLst>
          </p:cNvPr>
          <p:cNvSpPr txBox="1"/>
          <p:nvPr/>
        </p:nvSpPr>
        <p:spPr>
          <a:xfrm>
            <a:off x="8917599" y="5773440"/>
            <a:ext cx="1396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2">
                    <a:lumMod val="75000"/>
                  </a:schemeClr>
                </a:solidFill>
                <a:latin typeface="Oswald" panose="02000603000000000000" pitchFamily="50" charset="0"/>
              </a:rPr>
              <a:t>min: 225.1</a:t>
            </a:r>
          </a:p>
          <a:p>
            <a:r>
              <a:rPr lang="en-US" altLang="zh-CN" sz="1400" dirty="0">
                <a:solidFill>
                  <a:schemeClr val="bg2">
                    <a:lumMod val="75000"/>
                  </a:schemeClr>
                </a:solidFill>
                <a:latin typeface="Oswald" panose="02000603000000000000" pitchFamily="50" charset="0"/>
              </a:rPr>
              <a:t>max:1597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68CDB43-B3F0-ECBF-1C45-8BF6C9257FF3}"/>
              </a:ext>
            </a:extLst>
          </p:cNvPr>
          <p:cNvCxnSpPr>
            <a:cxnSpLocks/>
          </p:cNvCxnSpPr>
          <p:nvPr/>
        </p:nvCxnSpPr>
        <p:spPr>
          <a:xfrm>
            <a:off x="7373919" y="5706533"/>
            <a:ext cx="2222538" cy="0"/>
          </a:xfrm>
          <a:prstGeom prst="line">
            <a:avLst/>
          </a:prstGeom>
          <a:ln w="25400">
            <a:solidFill>
              <a:srgbClr val="71A26F">
                <a:alpha val="5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819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9DA865F-5438-5DF4-ADCA-9135B816D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305" y="591512"/>
            <a:ext cx="4876190" cy="4876190"/>
          </a:xfrm>
          <a:prstGeom prst="rect">
            <a:avLst/>
          </a:prstGeom>
        </p:spPr>
      </p:pic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9239FC75-61C7-EBA0-F686-3B5D257890EA}"/>
              </a:ext>
            </a:extLst>
          </p:cNvPr>
          <p:cNvCxnSpPr>
            <a:cxnSpLocks/>
          </p:cNvCxnSpPr>
          <p:nvPr/>
        </p:nvCxnSpPr>
        <p:spPr>
          <a:xfrm flipV="1">
            <a:off x="4119880" y="3987800"/>
            <a:ext cx="508000" cy="375920"/>
          </a:xfrm>
          <a:prstGeom prst="bentConnector3">
            <a:avLst/>
          </a:prstGeom>
          <a:ln w="1143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209B656D-8F24-C94C-DEAC-1043575EFCA3}"/>
              </a:ext>
            </a:extLst>
          </p:cNvPr>
          <p:cNvCxnSpPr>
            <a:cxnSpLocks/>
          </p:cNvCxnSpPr>
          <p:nvPr/>
        </p:nvCxnSpPr>
        <p:spPr>
          <a:xfrm flipH="1" flipV="1">
            <a:off x="4437227" y="3987800"/>
            <a:ext cx="508000" cy="375920"/>
          </a:xfrm>
          <a:prstGeom prst="bentConnector3">
            <a:avLst/>
          </a:prstGeom>
          <a:ln w="1143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51C70BDB-767F-68B5-99E7-BADF4F8976CB}"/>
              </a:ext>
            </a:extLst>
          </p:cNvPr>
          <p:cNvCxnSpPr>
            <a:cxnSpLocks/>
          </p:cNvCxnSpPr>
          <p:nvPr/>
        </p:nvCxnSpPr>
        <p:spPr>
          <a:xfrm flipV="1">
            <a:off x="4776394" y="3987800"/>
            <a:ext cx="508000" cy="375920"/>
          </a:xfrm>
          <a:prstGeom prst="bentConnector3">
            <a:avLst/>
          </a:prstGeom>
          <a:ln w="1143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31D5F6B6-1C4F-3EBC-6D47-3ECDA5839EA9}"/>
              </a:ext>
            </a:extLst>
          </p:cNvPr>
          <p:cNvSpPr/>
          <p:nvPr/>
        </p:nvSpPr>
        <p:spPr>
          <a:xfrm>
            <a:off x="2472556" y="1993635"/>
            <a:ext cx="712806" cy="712806"/>
          </a:xfrm>
          <a:prstGeom prst="ellipse">
            <a:avLst/>
          </a:prstGeom>
          <a:noFill/>
          <a:ln w="1143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latin typeface="Novecento sans wide Normal" panose="00000905000000000000" pitchFamily="2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2ACEC7-AFA6-ADEB-01CB-EF1B3D0CA4CC}"/>
              </a:ext>
            </a:extLst>
          </p:cNvPr>
          <p:cNvSpPr txBox="1"/>
          <p:nvPr/>
        </p:nvSpPr>
        <p:spPr>
          <a:xfrm>
            <a:off x="2426235" y="1760123"/>
            <a:ext cx="8116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000" dirty="0">
                <a:solidFill>
                  <a:schemeClr val="bg1"/>
                </a:solidFill>
                <a:latin typeface="Novecento sans wide Normal" panose="00000905000000000000" pitchFamily="2" charset="0"/>
              </a:rPr>
              <a:t>A</a:t>
            </a:r>
            <a:endParaRPr lang="zh-CN" altLang="en-US" sz="6000" dirty="0">
              <a:solidFill>
                <a:schemeClr val="bg1"/>
              </a:solidFill>
              <a:latin typeface="Novecento sans wide Normal" panose="00000905000000000000" pitchFamily="2" charset="0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A2FD028-8310-818D-11B3-C320B301186A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2138680" y="2350038"/>
            <a:ext cx="333876" cy="0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E0520B1-ED06-9808-EA8A-661AEFC9B4D1}"/>
              </a:ext>
            </a:extLst>
          </p:cNvPr>
          <p:cNvCxnSpPr>
            <a:stCxn id="13" idx="6"/>
          </p:cNvCxnSpPr>
          <p:nvPr/>
        </p:nvCxnSpPr>
        <p:spPr>
          <a:xfrm>
            <a:off x="3185362" y="2350038"/>
            <a:ext cx="397308" cy="0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弧形 22">
            <a:extLst>
              <a:ext uri="{FF2B5EF4-FFF2-40B4-BE49-F238E27FC236}">
                <a16:creationId xmlns:a16="http://schemas.microsoft.com/office/drawing/2014/main" id="{120AA9A3-6530-4AD0-75C2-0E091485961E}"/>
              </a:ext>
            </a:extLst>
          </p:cNvPr>
          <p:cNvSpPr/>
          <p:nvPr/>
        </p:nvSpPr>
        <p:spPr>
          <a:xfrm>
            <a:off x="4479626" y="1004540"/>
            <a:ext cx="1494036" cy="1494036"/>
          </a:xfrm>
          <a:prstGeom prst="arc">
            <a:avLst/>
          </a:prstGeom>
          <a:ln w="1016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弧形 23">
            <a:extLst>
              <a:ext uri="{FF2B5EF4-FFF2-40B4-BE49-F238E27FC236}">
                <a16:creationId xmlns:a16="http://schemas.microsoft.com/office/drawing/2014/main" id="{DDA15C77-8290-0E61-5156-EC009B7B31DE}"/>
              </a:ext>
            </a:extLst>
          </p:cNvPr>
          <p:cNvSpPr/>
          <p:nvPr/>
        </p:nvSpPr>
        <p:spPr>
          <a:xfrm>
            <a:off x="4767960" y="1301439"/>
            <a:ext cx="917368" cy="917368"/>
          </a:xfrm>
          <a:prstGeom prst="arc">
            <a:avLst/>
          </a:prstGeom>
          <a:ln w="1016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EBA2013-D445-01CA-2286-73B421C01FE1}"/>
              </a:ext>
            </a:extLst>
          </p:cNvPr>
          <p:cNvSpPr/>
          <p:nvPr/>
        </p:nvSpPr>
        <p:spPr>
          <a:xfrm>
            <a:off x="5197646" y="1586628"/>
            <a:ext cx="173495" cy="17349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792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宽屏</PresentationFormat>
  <Paragraphs>14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Noto Sans SC Black</vt:lpstr>
      <vt:lpstr>等线</vt:lpstr>
      <vt:lpstr>等线 Light</vt:lpstr>
      <vt:lpstr>Arial</vt:lpstr>
      <vt:lpstr>Novecento sans wide Normal</vt:lpstr>
      <vt:lpstr>Oswald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修齐 叶</dc:creator>
  <cp:lastModifiedBy>修齐 叶</cp:lastModifiedBy>
  <cp:revision>1</cp:revision>
  <dcterms:created xsi:type="dcterms:W3CDTF">2026-09-28T13:37:46Z</dcterms:created>
  <dcterms:modified xsi:type="dcterms:W3CDTF">2026-09-28T13:37:58Z</dcterms:modified>
</cp:coreProperties>
</file>